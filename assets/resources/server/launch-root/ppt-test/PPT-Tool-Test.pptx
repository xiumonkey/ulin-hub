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7EDF3-27AA-4D91-8873-DD7DAFBC4B4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DC82A-64B9-4C8D-8BD7-E78B993156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27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这是演讲者备注测试：由 </a:t>
            </a:r>
            <a:r>
              <a:rPr lang="en-US" altLang="zh-CN"/>
              <a:t>ppt_set_slide_content </a:t>
            </a:r>
            <a:r>
              <a:rPr lang="zh-CN" altLang="en-US"/>
              <a:t>写入，仅在备注页</a:t>
            </a:r>
            <a:r>
              <a:rPr lang="en-US" altLang="zh-CN"/>
              <a:t>/</a:t>
            </a:r>
            <a:r>
              <a:rPr lang="zh-CN" altLang="en-US"/>
              <a:t>演讲者视图可见。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DC82A-64B9-4C8D-8BD7-E78B993156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625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49402-FE6E-F0AC-C0DE-A5DDC306D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2DEC36-1297-31D5-1932-615D0AC00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0EA93-893B-C90E-94D9-70A6D9AD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68ABA-47E3-078B-AC73-E94129C8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B8E8D-6E67-3326-09FE-D1211573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515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106EE-B6A2-0B11-AD37-AFA989D0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4A3AF-B146-4F0F-CD3F-2B1278B05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AD0190-3947-FC98-48C8-2446095C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F8289-63CE-2476-89EA-5E9A3BF4B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E6BD3-2ADF-42BA-456B-851215A3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542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58368-C354-E074-6608-A27487DC1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6FC995-350A-AA6F-B14F-066E90A0A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EFB3DD-596E-952E-FA26-79E442D5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6432C-DF7F-E901-7163-BAB40EB8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935A2-19C2-1473-793F-8CDE8B35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87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2DA9B-8B85-3F8E-AAA7-FA97DF3B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ECC3A-6E5D-0914-48AC-C963A399D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9163C4-62D8-CA07-3079-3B3E98D0F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0F627B-A47D-4D85-8CB1-F7E503BB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C0B31C-7418-35E6-8940-B3A9E07A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38FEC3-BB50-E52E-E1E1-C7703199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25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9D12E-5958-7C96-867D-1CED25CCE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DE0A74-2714-3903-A579-20576D2FD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37B918-5A97-349D-37E4-E241EF274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BCD147-9C77-2A25-A90A-67F5D7877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C8C2F9-BE9F-BAFC-5110-50DE4D9D5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DE443A-613A-0393-C7F3-4F3DC44B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65188E-9295-D45D-0832-C87E646BA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1314A7-09AF-CE24-FEE9-3AF67D3C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52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3B52D-D508-E922-FFE1-D035E41A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5B499E-8D81-CB29-9B2E-C03EB361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82F87C-D026-45E3-612B-3ED4BD5C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E67122-96F5-6B1A-0037-C4564E77B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24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A7D65B-1A6B-94E0-1BE4-2CAF6E12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215C22-3081-9148-3508-30151A308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0CF0BE-4A5B-B775-20D1-30B32CBF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844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4A5D3-410B-B9AC-AC7A-1051D0C9A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04B307-117C-6491-9F95-42521C3CD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998537-57F8-0F64-23E4-92CE57E94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EDEBBF-AA20-C254-13F4-B00267A2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28AB3C-99B6-8517-4503-A8F7C1DB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9B40FD-2B86-11E7-6851-5C350686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08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07BCE-A978-3C5E-22E5-9C1EB4B1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612DFC-60A5-3AA4-FAD0-7818DFFF6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E29F5A-DB21-9BE1-3D5C-66AC6B137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FF14E8-C0DF-05F4-121D-846481B3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41003C-348F-6BD7-C184-FCC906AC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6F14C9-389B-3634-5F3F-E1F57456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66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48593-E883-C0B8-338D-1E6B2D6F6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A8A867-ED78-978E-6705-C8F2883DF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15723-C36A-5B36-C301-F22DBEF7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E794C5-74CD-8954-6F2C-F8CB31EC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6D08C9-E862-67A6-E885-7A43E92D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06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F85920-A40C-BB6F-5A5A-BB9D4895F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B76385-BDAE-4B7F-E510-323AE6B7B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07EE6F-4793-3D30-1F1D-03C49612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CD2FA5-4F54-8C40-C0CA-DF6707DF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8FB06E-0208-A3AA-44A9-2CBB2326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481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B4CE4-A9DB-3AE6-7BA1-93372121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C8BE09-AFCE-F0CC-A6C9-049C595C1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7E1875-ACBC-311D-7204-D5262C5C1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DBD947-54EF-5880-F371-E20841B33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98389-D95B-C72A-7C84-4BE1BADE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851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26C8725-E57C-C1C6-1ABD-D22FBAC4854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9C66D6-42A0-B8A8-E4CF-9C9EB4333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D39BBA-9143-5D82-62ED-0703F8EF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71112C-E5EF-38E7-B90C-4FB9362C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45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95DACC-EE45-462E-8069-A6918672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B6514F-384C-2A30-5735-5563DDB1B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EA053-07D7-25C6-11C6-75D5C788A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062B0-9398-4DDA-8DA2-22A3CC055429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1202E0-32AA-3907-5A80-7B6C838EA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92699-9AF9-1068-32AC-16189D6F9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AF3EB-3669-49C4-85B3-0A1E7B7B4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42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F3308-7920-1943-81BB-E5BF6D903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PPT </a:t>
            </a:r>
            <a:r>
              <a:rPr lang="zh-CN" altLang="en-US"/>
              <a:t>工具测试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8C6199-9592-D90D-AA21-AFECD338A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DSH Hub · PowerPoint Automation Smoke Test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110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5C6EC-DA78-F714-FA39-D3E1C9BC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测试覆盖项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266B8D-7583-19C5-A2A1-8397AE5C8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演示文稿创建与 </a:t>
            </a:r>
            <a:r>
              <a:rPr lang="en-US" altLang="zh-CN"/>
              <a:t>16:9 </a:t>
            </a:r>
            <a:r>
              <a:rPr lang="zh-CN" altLang="en-US"/>
              <a:t>页面设置</a:t>
            </a:r>
          </a:p>
          <a:p>
            <a:r>
              <a:rPr lang="zh-CN" altLang="en-US"/>
              <a:t>标题 </a:t>
            </a:r>
            <a:r>
              <a:rPr lang="en-US" altLang="zh-CN"/>
              <a:t>/ </a:t>
            </a:r>
            <a:r>
              <a:rPr lang="zh-CN" altLang="en-US"/>
              <a:t>正文 </a:t>
            </a:r>
            <a:r>
              <a:rPr lang="en-US" altLang="zh-CN"/>
              <a:t>/ </a:t>
            </a:r>
            <a:r>
              <a:rPr lang="zh-CN" altLang="en-US"/>
              <a:t>演讲者备注写入</a:t>
            </a:r>
          </a:p>
          <a:p>
            <a:r>
              <a:rPr lang="zh-CN" altLang="en-US"/>
              <a:t>自动图形：矩形、圆角矩形、椭圆、箭头</a:t>
            </a:r>
          </a:p>
          <a:p>
            <a:r>
              <a:rPr lang="zh-CN" altLang="en-US"/>
              <a:t>线条绘制与形状样式（填充、描边、透明度）</a:t>
            </a:r>
          </a:p>
          <a:p>
            <a:r>
              <a:rPr lang="zh-CN" altLang="en-US"/>
              <a:t>文本格式化（字体、字号、颜色、对齐）</a:t>
            </a:r>
          </a:p>
          <a:p>
            <a:r>
              <a:rPr lang="zh-CN" altLang="en-US"/>
              <a:t>本地 </a:t>
            </a:r>
            <a:r>
              <a:rPr lang="en-US" altLang="zh-CN"/>
              <a:t>SVG </a:t>
            </a:r>
            <a:r>
              <a:rPr lang="zh-CN" altLang="en-US"/>
              <a:t>转 </a:t>
            </a:r>
            <a:r>
              <a:rPr lang="en-US" altLang="zh-CN"/>
              <a:t>PNG </a:t>
            </a:r>
            <a:r>
              <a:rPr lang="zh-CN" altLang="en-US"/>
              <a:t>并作为图片插入</a:t>
            </a:r>
          </a:p>
          <a:p>
            <a:r>
              <a:rPr lang="zh-CN" altLang="en-US"/>
              <a:t>单页导出 </a:t>
            </a:r>
            <a:r>
              <a:rPr lang="en-US" altLang="zh-CN"/>
              <a:t>PNG + </a:t>
            </a:r>
            <a:r>
              <a:rPr lang="zh-CN" altLang="en-US"/>
              <a:t>全篇导出 </a:t>
            </a:r>
            <a:r>
              <a:rPr lang="en-US" altLang="zh-CN"/>
              <a:t>PDF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86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C1CBEE5-1381-AE5C-9012-406F5CF19BB1}"/>
              </a:ext>
            </a:extLst>
          </p:cNvPr>
          <p:cNvSpPr/>
          <p:nvPr/>
        </p:nvSpPr>
        <p:spPr>
          <a:xfrm>
            <a:off x="762000" y="508000"/>
            <a:ext cx="5461000" cy="736600"/>
          </a:xfrm>
          <a:prstGeom prst="roundRect">
            <a:avLst/>
          </a:prstGeom>
          <a:solidFill>
            <a:srgbClr val="1D4E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Microsoft YaHei UI" panose="020B0503020204020204" pitchFamily="34" charset="-122"/>
              </a:rPr>
              <a:t>自动图形与样式测试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8B5402-4895-41C5-3524-46A2E666061F}"/>
              </a:ext>
            </a:extLst>
          </p:cNvPr>
          <p:cNvSpPr/>
          <p:nvPr/>
        </p:nvSpPr>
        <p:spPr>
          <a:xfrm>
            <a:off x="1016000" y="1905000"/>
            <a:ext cx="2286000" cy="1397000"/>
          </a:xfrm>
          <a:prstGeom prst="rect">
            <a:avLst/>
          </a:prstGeom>
          <a:solidFill>
            <a:srgbClr val="0EA5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矩形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24EA3A3-8268-D301-8A29-ECAB450F46D9}"/>
              </a:ext>
            </a:extLst>
          </p:cNvPr>
          <p:cNvSpPr/>
          <p:nvPr/>
        </p:nvSpPr>
        <p:spPr>
          <a:xfrm>
            <a:off x="3683000" y="1905000"/>
            <a:ext cx="2286000" cy="1397000"/>
          </a:xfrm>
          <a:prstGeom prst="roundRect">
            <a:avLst/>
          </a:prstGeom>
          <a:solidFill>
            <a:srgbClr val="22C5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圆角矩形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C1993AA-9D49-9334-5239-92430E7250CF}"/>
              </a:ext>
            </a:extLst>
          </p:cNvPr>
          <p:cNvSpPr/>
          <p:nvPr/>
        </p:nvSpPr>
        <p:spPr>
          <a:xfrm>
            <a:off x="6350000" y="1905000"/>
            <a:ext cx="2286000" cy="1397000"/>
          </a:xfrm>
          <a:prstGeom prst="ellipse">
            <a:avLst/>
          </a:prstGeom>
          <a:solidFill>
            <a:srgbClr val="F59E0B">
              <a:alpha val="75000"/>
            </a:srgbClr>
          </a:solidFill>
          <a:ln w="50800">
            <a:solidFill>
              <a:srgbClr val="7C2D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椭圆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C8441EA8-F312-2698-44DD-2A39E85FF308}"/>
              </a:ext>
            </a:extLst>
          </p:cNvPr>
          <p:cNvSpPr/>
          <p:nvPr/>
        </p:nvSpPr>
        <p:spPr>
          <a:xfrm>
            <a:off x="9017000" y="1905000"/>
            <a:ext cx="2159000" cy="1397000"/>
          </a:xfrm>
          <a:prstGeom prst="diamond">
            <a:avLst/>
          </a:prstGeom>
          <a:solidFill>
            <a:srgbClr val="A855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菱形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9B28217C-5A59-E16B-B594-F409479E7B38}"/>
              </a:ext>
            </a:extLst>
          </p:cNvPr>
          <p:cNvSpPr/>
          <p:nvPr/>
        </p:nvSpPr>
        <p:spPr>
          <a:xfrm>
            <a:off x="1016000" y="3937000"/>
            <a:ext cx="2540000" cy="1143000"/>
          </a:xfrm>
          <a:prstGeom prst="rightArrow">
            <a:avLst/>
          </a:prstGeom>
          <a:solidFill>
            <a:srgbClr val="EF44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00006FC2-2CE8-17C1-B2C3-73D3DC79EA05}"/>
              </a:ext>
            </a:extLst>
          </p:cNvPr>
          <p:cNvSpPr/>
          <p:nvPr/>
        </p:nvSpPr>
        <p:spPr>
          <a:xfrm>
            <a:off x="4064000" y="3937000"/>
            <a:ext cx="2286000" cy="1143000"/>
          </a:xfrm>
          <a:prstGeom prst="hexagon">
            <a:avLst/>
          </a:prstGeom>
          <a:solidFill>
            <a:srgbClr val="14B8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六边形（文本已替换）</a:t>
            </a:r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24C78FAD-1312-89B1-A22F-3FF817E5A075}"/>
              </a:ext>
            </a:extLst>
          </p:cNvPr>
          <p:cNvSpPr/>
          <p:nvPr/>
        </p:nvSpPr>
        <p:spPr>
          <a:xfrm rot="1200000">
            <a:off x="6858000" y="3810000"/>
            <a:ext cx="1651000" cy="1397000"/>
          </a:xfrm>
          <a:prstGeom prst="star5">
            <a:avLst/>
          </a:prstGeom>
          <a:solidFill>
            <a:srgbClr val="EAB3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3B36BFA-72E2-BA13-A1FA-919EE762A4D7}"/>
              </a:ext>
            </a:extLst>
          </p:cNvPr>
          <p:cNvCxnSpPr/>
          <p:nvPr/>
        </p:nvCxnSpPr>
        <p:spPr>
          <a:xfrm>
            <a:off x="9144000" y="3810000"/>
            <a:ext cx="2286000" cy="1524000"/>
          </a:xfrm>
          <a:prstGeom prst="line">
            <a:avLst/>
          </a:prstGeom>
          <a:ln w="762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48F229C-4E8E-E5F9-1085-06350989F272}"/>
              </a:ext>
            </a:extLst>
          </p:cNvPr>
          <p:cNvSpPr txBox="1"/>
          <p:nvPr/>
        </p:nvSpPr>
        <p:spPr>
          <a:xfrm>
            <a:off x="9144000" y="5461000"/>
            <a:ext cx="457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000" b="1">
                <a:solidFill>
                  <a:srgbClr val="0F172A"/>
                </a:solidFill>
              </a:rPr>
              <a:t>文本框：字体 </a:t>
            </a:r>
            <a:r>
              <a:rPr lang="en-US" altLang="zh-CN" sz="2000" b="1">
                <a:solidFill>
                  <a:srgbClr val="0F172A"/>
                </a:solidFill>
              </a:rPr>
              <a:t>/ </a:t>
            </a:r>
            <a:r>
              <a:rPr lang="zh-CN" altLang="en-US" sz="2000" b="1">
                <a:solidFill>
                  <a:srgbClr val="0F172A"/>
                </a:solidFill>
              </a:rPr>
              <a:t>字号 </a:t>
            </a:r>
            <a:r>
              <a:rPr lang="en-US" altLang="zh-CN" sz="2000" b="1">
                <a:solidFill>
                  <a:srgbClr val="0F172A"/>
                </a:solidFill>
              </a:rPr>
              <a:t>/ </a:t>
            </a:r>
            <a:r>
              <a:rPr lang="zh-CN" altLang="en-US" sz="2000" b="1">
                <a:solidFill>
                  <a:srgbClr val="0F172A"/>
                </a:solidFill>
              </a:rPr>
              <a:t>颜色 </a:t>
            </a:r>
            <a:r>
              <a:rPr lang="en-US" altLang="zh-CN" sz="2000" b="1">
                <a:solidFill>
                  <a:srgbClr val="0F172A"/>
                </a:solidFill>
              </a:rPr>
              <a:t>/ </a:t>
            </a:r>
            <a:r>
              <a:rPr lang="zh-CN" altLang="en-US" sz="2000" b="1">
                <a:solidFill>
                  <a:srgbClr val="0F172A"/>
                </a:solidFill>
              </a:rPr>
              <a:t>对齐</a:t>
            </a:r>
          </a:p>
        </p:txBody>
      </p:sp>
    </p:spTree>
    <p:extLst>
      <p:ext uri="{BB962C8B-B14F-4D97-AF65-F5344CB8AC3E}">
        <p14:creationId xmlns:p14="http://schemas.microsoft.com/office/powerpoint/2010/main" val="328033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81BD18-1417-E4C7-C1C4-32AB0E72A08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35000"/>
            <a:ext cx="9144000" cy="558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2613F8F-F52A-EB94-BFAD-1BE587FE471C}"/>
              </a:ext>
            </a:extLst>
          </p:cNvPr>
          <p:cNvSpPr txBox="1"/>
          <p:nvPr/>
        </p:nvSpPr>
        <p:spPr>
          <a:xfrm>
            <a:off x="2921000" y="127000"/>
            <a:ext cx="635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1D4ED8"/>
                </a:solidFill>
              </a:rPr>
              <a:t>图片插入：</a:t>
            </a:r>
            <a:r>
              <a:rPr lang="en-US" altLang="zh-CN" sz="2800" b="1">
                <a:solidFill>
                  <a:srgbClr val="1D4ED8"/>
                </a:solidFill>
              </a:rPr>
              <a:t>SVG → PNG → Slide</a:t>
            </a:r>
            <a:endParaRPr lang="zh-CN" altLang="en-US" sz="2800" b="1">
              <a:solidFill>
                <a:srgbClr val="1D4E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55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自定义</PresentationFormat>
  <Paragraphs>20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Microsoft YaHei UI</vt:lpstr>
      <vt:lpstr>等线</vt:lpstr>
      <vt:lpstr>等线 Light</vt:lpstr>
      <vt:lpstr>Arial</vt:lpstr>
      <vt:lpstr>Office 主题​​</vt:lpstr>
      <vt:lpstr>PPT 工具测试</vt:lpstr>
      <vt:lpstr>测试覆盖项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XIU Player</dc:creator>
  <cp:lastModifiedBy>XIU Player</cp:lastModifiedBy>
  <cp:revision>2</cp:revision>
  <dcterms:created xsi:type="dcterms:W3CDTF">2026-09-12T01:44:52Z</dcterms:created>
  <dcterms:modified xsi:type="dcterms:W3CDTF">2026-09-12T01:45:03Z</dcterms:modified>
</cp:coreProperties>
</file>